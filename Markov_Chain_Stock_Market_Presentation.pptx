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76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Markov Chain Approach to Modelling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Trend Transitions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Probability of Movement Between Bearish, Bullish and Stable States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4572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9300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Agbam Tochukwu Stanley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MTH/2021/016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Statistics, Obafemi Awolowo University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8321040" cy="713232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777240"/>
            <a:ext cx="73152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77724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movements influence investment decisions, portfolio management, and financial planning.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83210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generally transition through three fundamental states: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State — sustained upward price movement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State — sustained downward price movement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State — minimal directional movement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transitions between these states improves forecasting accuracy.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Chains provide a robust probabilistic framework for modelling market movements.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applies the Markov Chain model to quantify state transition probabilities and long-run equilibrium behaviour.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fluctuate due to economic conditions, policy changes, and investor sentiment.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investors continue to rely on intuition and historical observation rather than probabilistic models.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limited use of quantitative models for estimating state transition probabilities.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transition probabilities that remain poorly quantified include: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Bullish → Bearish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→ Stable</a:t>
            </a:r>
            <a:endParaRPr lang="en-US" sz="15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→ Bullish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Markov Chain approach offers a rigorous method for capturing these transition dynamics.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8321040" cy="713232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777240"/>
            <a:ext cx="73152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77724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Study? — Understanding market transition probabilities helps investors make informed decisions under uncertainty.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416052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91640"/>
            <a:ext cx="64008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0756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understanding of how markets evolve across Bullish, Bearish, and Stable regimes.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91640"/>
            <a:ext cx="416052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91640"/>
            <a:ext cx="64008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0756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quantitative risk evaluation by estimating persistence and reversal probabilities.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416052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108960"/>
            <a:ext cx="64008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Insights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4930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evidence-based insights to guide portfolio rebalancing and entry/exit decisions.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108960"/>
            <a:ext cx="4160520" cy="1207008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108960"/>
            <a:ext cx="64008" cy="1207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Applications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49300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practical power of stochastic processes in real-world financial modelling.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804672"/>
            <a:ext cx="832104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0467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Apply a Markov Chain model to analyze stock market trend transitions.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8321040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029968"/>
            <a:ext cx="594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2996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13969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stock price movements into Bearish, Bullish, and Stable states using defined thresholds.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962656"/>
            <a:ext cx="8321040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62656"/>
            <a:ext cx="594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62656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07238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transition probability matrix governing movements between the three market states.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1480" y="3895344"/>
            <a:ext cx="8321040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895344"/>
            <a:ext cx="594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9534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40050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long-run (steady-state) probabilities of occurrence for each market state.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804672"/>
            <a:ext cx="832104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64008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778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Raheem &amp; Ezepue (2013)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1170432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three-state Markov Chain to a Nigerian bank stock (Positive, Negative, Stable returns). Stable returns dominated ~59% of observations. Concluded that transition probabilities provide useful forecasting information for investors.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130552"/>
            <a:ext cx="832104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30552"/>
            <a:ext cx="64008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0370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Money Bank Study (2010–2015)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2496312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stock price movements into Increase, Reduction, and Stable states. Estimated short-run and long-run behaviour and determined steady-state probabilities. Concluded Markov Chains are effective tools for stock market prediction and investment planning.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832104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456432"/>
            <a:ext cx="64008" cy="1170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2958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Thanh Bac et al. (2024); Olowe (2023)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3822192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studies extended Markov models to multi-asset settings and examined regime-switching dynamics. Provided updated evidence on the relevance of probabilistic state models for emerging market stocks.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8321040" cy="804672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777240"/>
            <a:ext cx="73152" cy="80467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777240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 Most existing studies focused on individual Nigerian bank stocks and largely examined return behaviour within the banking sector, leaving broader market trend-state analysis underexplored.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8321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focus on broader trend-state transitions across diverse market segments.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emphasis on long-run equilibrium (steady-state) behaviour in trend analysis.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studies examine Bearish, Bullish, and Stable state transitions using modern and updated stock datasets.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rarely integrate all three states simultaneously with explicit probability estimation.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studies linking steady-state probabilities to practical investment strategy formulation.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of the Study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804672"/>
            <a:ext cx="8321040" cy="676656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04672"/>
            <a:ext cx="502920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896112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Markov Chain application to stock market trend transitions beyond the banking sector.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1609344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609344"/>
            <a:ext cx="502920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09344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1700784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transition probabilities among Bearish, Bullish, and Stable market states using a structured modelling framework.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2414016"/>
            <a:ext cx="8321040" cy="676656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14016"/>
            <a:ext cx="502920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14016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505456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equilibrium (steady-state) probabilities to identify the dominant long-run market regime.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1480" y="3218688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18688"/>
            <a:ext cx="502920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18688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310128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insights into the persistence and reversal dynamics of market trends.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11480" y="4023360"/>
            <a:ext cx="8321040" cy="676656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23360"/>
            <a:ext cx="502920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23360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589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quantitative, evidence-based decision-making for investors and financial analysts.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8321040" cy="65836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77724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7772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of the Study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832104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72768"/>
            <a:ext cx="64008" cy="5486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3677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probability matrix showing movement probabilities among Bearish, Bullish, and Stable states.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2231136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31136"/>
            <a:ext cx="64008" cy="5486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9514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the dominant market state based on long-run frequency.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832104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889504"/>
            <a:ext cx="64008" cy="5486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535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steady-state probability distribution characterising long-run market behaviour.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1480" y="3547872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547872"/>
            <a:ext cx="64008" cy="54864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118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understanding of market persistence, volatility, and trend reversals.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1480" y="422452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behaviour can be effectively represented as a stochastic process. Markov Chains offer a transparent and mathematically grounded framework for analysing trend transitions. The results of this study will support investors and analysts in making informed, data-driven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80467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Raheem, M. A., &amp; Ezepue, P. O. (2013). Application of Markov Chain model to Nigerian stock market. International Journal of Statistics and Applications.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Doubleday, K. J., &amp; Esunge, J. N. (2011). Application of Markov chains to stock trends. Journal of Mathematics and Statistics, 7(2), 103–106.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12140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Hamilton, J. D. (1994). Time Series Analysis. Princeton University Press.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79776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77977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Fama, E. F. (1970). Efficient capital markets: A review of theory and empirical work. Journal of Finance, 25(2), 383–417.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38144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43814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Thanh Bac et al. (2024). Markov regime-switching models in emerging stock markets. Finance Research Letters.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65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09651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Olowe, R. A. (2023). Stock return volatility and market state transitions in Nigeria. Nigerian Journal of Finance.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Contributions?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Agbam Tochukwu Stanley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MTH/2021/016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Statistics, Obafemi Awolowo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On-screen Show (16:9)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Markov Chain Stock Market Trend Transitions</dc:title>
  <dc:subject>PptxGenJS Presentation</dc:subject>
  <dc:creator>Agbam Tochukwu Stanley</dc:creator>
  <cp:lastModifiedBy>Stanley Agbam</cp:lastModifiedBy>
  <cp:revision>1</cp:revision>
  <dcterms:created xsi:type="dcterms:W3CDTF">2026-06-02T19:18:28Z</dcterms:created>
  <dcterms:modified xsi:type="dcterms:W3CDTF">2026-06-02T19:36:32Z</dcterms:modified>
</cp:coreProperties>
</file>